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685800"/>
            <a:ext cx="73152" cy="4480560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65208" y="850392"/>
            <a:ext cx="73152" cy="4206240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49256" y="1014983"/>
            <a:ext cx="73152" cy="3931920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33304" y="1179576"/>
            <a:ext cx="73152" cy="3657600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17352" y="1344168"/>
            <a:ext cx="73152" cy="3383280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768096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CHHATTISGARH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777240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E6ECE4"/>
                </a:solidFill>
                <a:latin typeface="Aptos"/>
              </a:defRPr>
            </a:pPr>
            <a:r>
              <a:t>FORMAL SURVEY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7223760" cy="868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DEE5DE"/>
                </a:solidFill>
                <a:latin typeface="Aptos"/>
              </a:defRPr>
            </a:pPr>
            <a:r>
              <a:t>Geography  •  Environment  •  Lifestyle</a:t>
            </a:r>
          </a:p>
          <a:p>
            <a:pPr>
              <a:spcAft>
                <a:spcPts val="800"/>
              </a:spcAft>
              <a:defRPr sz="1800" b="0">
                <a:solidFill>
                  <a:srgbClr val="DEE5DE"/>
                </a:solidFill>
                <a:latin typeface="Aptos"/>
              </a:defRPr>
            </a:pPr>
            <a:r>
              <a:t>Technology  • 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6858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AA446"/>
                </a:solidFill>
                <a:latin typeface="Aptos"/>
              </a:defRPr>
            </a:pPr>
            <a:r>
              <a:t>Ancient name: Dakshin Kosala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7040880" cy="1417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Team Leader: Neelam Patel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Team Name: Brainy Bunch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Class / Section: CSE, Section A2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Subject: Rural Immersion and Innovation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Submitted to: Mrs Tanvi Nandi Ma'am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5943600"/>
            <a:ext cx="2560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ACADEMIC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INDEX /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A7357"/>
                </a:solidFill>
                <a:latin typeface="Aptos"/>
              </a:defRPr>
            </a:pPr>
            <a:r>
              <a:t>Survey topics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4650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Introduction and Place Profile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7066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Geographical Details and Population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6667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Environmental Details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268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Habitat and Lifestyle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58698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Technology and Science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174650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Amenities Available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27066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060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36667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5661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Suggestions / Modifications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46268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5262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Government Facilities and Schemes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558698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548640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Conclusion and Remarks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INTRODUCTION AND PLACE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03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Chhattisgarh is a state in central India, formed on 1 November 2000 after separation from Madhya Pradesh.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The capital is Raipur; the state is known for forests, mineral resources, agriculture, tribal culture, and industry.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The ancient region associated with present-day Chhattisgarh is commonly known as Dakshin Kosala.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The state combines rural and urban communities, traditional livelihoods, and modern infrastructure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GEOGRAPHICAL DETAILS AND POPULATION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04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Located in central India; it shares boundaries with Madhya Pradesh, Maharashtra, Telangana, Odisha, Jharkhand, and Uttar Pradesh.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Terrain includes plains, plateaus, forested hills, river valleys, and mineral-rich regions.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The Mahanadi and its tributaries are important to the state's geography and agriculture.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The 2011 Census recorded a population of approximately 2.55 crore; newer estimates may differ.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ENVIRONMENTAL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05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Chhattisgarh has extensive forests, diverse wildlife, rivers, waterfalls, and mineral deposits.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Forests support biodiversity and many rural and tribal livelihoods.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Concerns include forest degradation, mining and industrial pollution, water pressure, and waste management.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Useful measures: native-species afforestation, water conservation, cleaner industry, renewable energy, responsible mining, and recycling.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HABITAT AND LIFESTYLE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People live in villages, small towns, and growing urban centres such as Raipur, Bilaspur, Durg-Bhilai, and Korba.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Rural livelihoods include farming, forest-produce collection, animal husbandry, crafts, and local trade.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Culture is expressed through folk music and dance, festivals, traditional crafts, cuisine, and regional languages.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Access to education, healthcare, transport, and commerce varies; remote forested areas may face longer travel distances.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TECHNOLOGY AND SCIENCE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Technology supports mining, steel production, power generation, agriculture, transport, public services, and urban management.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Digital services and mobile connectivity can improve access to information and government services.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552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Potential improvements include sensor-based mine safety and predictive maintenance in factories.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Solar-powered cold storage, digital marketplaces, offline-first healthcare tools, and regional-language STEM platforms can help.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Innovation should be affordable, accessible to rural users, locally suitable, and supported by training and maintenance.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AMENITIES AVAILABLE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08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Education: schools, colleges, technical institutes, universities, and skill-development centres operate across the state.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Healthcare: government hospitals, community health centres, primary health centres, and frontline health workers provide services.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552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Transport and utilities: roads, railways, electricity, mobile networks, and water-supply systems support communities and industry.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Urban services: major cities provide markets, public facilities, waste-management services, and selected digital and smart-city systems.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Access and quality can vary by region, with specialist healthcare and utilities harder to reach in some remote areas.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09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Uneven access to healthcare and education, rural connectivity gaps, post-harvest losses, and limited cold-chain storage.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Market-access barriers for local producers and artisans.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552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Mining and industrial activity can cause air and water pollution, land disturbance, and worker-safety risks.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Infrastructure projects must consider forests, wildlife, and local communities.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Ensure investment, technology, and skill-development benefits reach small businesses, rural residents, and tribal communities fairly.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SUGGESTIONS / MODIFICATIONS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10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Set up affordable solar-powered cold rooms and shared processing units near farming and forest-produce clusters.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Improve mine and factory safety with sensors, worker alerts, preventive maintenance, and regular training.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2552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Expand telemedicine, offline-capable health tools, and reliable emergency transport for remote settlements.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21538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Support tribal artisans through fair-price digital marketplaces, product photography, packaging, and direct buyer links.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133502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3444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Provide portable science kits, maker spaces, regional-language learning resources, and industry mentorship.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29514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9456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Encourage cleaner production, wastewater treatment, recycling, renewable energy, and restoration of mined land.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255264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489204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63A"/>
                </a:solidFill>
                <a:latin typeface="Aptos"/>
              </a:defRPr>
            </a:pPr>
            <a:r>
              <a:t>Consult local residents and monitor accessibility, environmental effects, and fair distribution of benefits.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GOVERNMENT FACILITIES AND SCHEMES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11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Residents may qualify for programmes related to food security, rural employment, housing, health coverage, farmer support, scholarships, skills, and tribal welfare.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Examples include MGNREGA, PMAY (housing), Ayushman Bharat / PM-JAY (eligible health coverage), and PM-KISAN (eligible farmers).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Scholarship schemes may support eligible students.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Availability and eligibility rules vary; confirm current details with official state portals, relevant departments, or local government service centres.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12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23444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Chhattisgarh has strengths in agriculture, forests, minerals, energy, industry, and cultural heritage.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128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These resources create opportunities for inclusive economic and social development.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815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718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Future progress can be strengthened through practical innovation, better public amenities, environmental protection, quality education, and healthcare access.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404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Fair opportunities for rural and tribal communities are essential for balanced development.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83042"/>
                </a:solidFill>
                <a:latin typeface="Aptos"/>
              </a:defRPr>
            </a:pPr>
            <a:r>
              <a:t>REMARKS / FIELD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32688"/>
            <a:ext cx="1005840" cy="54864"/>
          </a:xfrm>
          <a:prstGeom prst="rect">
            <a:avLst/>
          </a:prstGeom>
          <a:solidFill>
            <a:srgbClr val="DAA4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D696C"/>
                </a:solidFill>
                <a:latin typeface="Aptos"/>
              </a:defRPr>
            </a:pPr>
            <a:r>
              <a:t>CHHATTISGARH FORMAL SURVEY REPORT  •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A7357"/>
                </a:solidFill>
                <a:latin typeface="Aptos"/>
              </a:defRPr>
            </a:pPr>
            <a:r>
              <a:t>Final review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75564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4592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This report presents a general survey of Chhattisgarh using the topics specified for the academic assignment.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1460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Before submission, add current local photographs and confirm the latest statistics and scheme details from official sources.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49300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8328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Include any field-survey observations required by the teacher.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361688"/>
            <a:ext cx="109728" cy="109728"/>
          </a:xfrm>
          <a:prstGeom prst="ellipse">
            <a:avLst/>
          </a:prstGeom>
          <a:solidFill>
            <a:srgbClr val="2A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51960"/>
            <a:ext cx="103327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63A"/>
                </a:solidFill>
                <a:latin typeface="Aptos"/>
              </a:defRPr>
            </a:pPr>
            <a:r>
              <a:t>Student remarks / field observations: 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